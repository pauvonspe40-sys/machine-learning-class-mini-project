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0BFD-70B3-470B-7738-CE3E0476F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AA850-90F7-9EDA-9F4A-0D50F19F3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A8A1C-5A3C-17CB-9838-EFF8B309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17949-5923-CF5C-2C0D-F7F45A724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59E36-C1D8-C438-F09F-2F4453C6F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71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41F5-0FE3-4B64-4091-EF81A5929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5739E-CC54-36C1-5DE4-FE78356E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9F81-E412-30FA-C7B1-78AD8EF9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F6A92-80C8-6A8A-2710-92D0AD11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EF703-82FE-A64A-AA17-81F5852FB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6947-D19E-1ED3-1AF9-67E024DC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040A-45B6-3AC5-3D41-EDCF47CF4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C640B-1EDB-13F5-45AC-3156E27A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6BA78-BCAC-065C-AD6B-EA744D5C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D35CF-EF89-E495-2CCA-3DE137EF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5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1661-A070-21C9-DC53-1B3D5472B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4770-BDAA-6C32-29C2-3127A6EAF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1BDC3-12C3-FEC2-836D-CFD5CD50B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2C766-A1FE-CA94-823E-1D3D6DB4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28025-EF87-4890-7F53-55FD8027C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09D4F-E67E-D169-9D11-E7DB586B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8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37F6-4C4E-3EAE-EC2A-8B702539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8125-213E-2A49-456E-E42F77869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17333-F5BF-F73C-F53B-8AC1C7CDF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144BB-B95F-D413-5DD1-64B08EDF5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F3240-7BE2-5718-6AF5-A21ED74C7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23D24-1CA3-060F-4D70-F17F6F9D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ACB88-9DD3-AAFF-F22A-3E8DC24E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10D00-714A-9EF0-81B9-12D5BA8F1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7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1B43-19F1-ACDC-7153-ABE280D5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82150-BCDA-E974-4D7F-57FE9608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63CDB-D2C9-1EC2-2825-70680BAE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E62AB-F9EF-1DC2-E994-6E8B0E6B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21A6D-0999-3AEA-44E4-293F46B8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6DA7A-CF9D-7D1D-C330-B5BD059A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1FCEA-A0EC-B830-33CC-74501116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15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DC9E-2F7A-7FA8-1EBC-42DC6D80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ECF1-CDC3-49EE-805C-848B3D11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75C24-56D9-3D27-06C2-D438F28E7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51BC1-3721-72C7-BC66-48122EB3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1F2A4-8DD2-8DCD-5F86-C30D3F6B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2DEC4-F0DC-EF81-E7F8-F52D2B41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5ED1-7961-3A92-6E3B-67562388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35D4A-4786-0C6A-90C1-89DB12ECE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DFC7E-5D2B-A722-5978-94A3ED3E7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BDA75-CA86-AC74-12C0-0169E4D1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61321-A5CC-82D2-7CF6-37F1DEA9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789D4-1065-CE68-CCA2-FDDBFAC0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0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DD20-1560-1EB9-F301-690021F6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29158-C049-E503-5164-E330492AA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2D8A-62AA-88D9-0716-D9DC2884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DBD75-7D72-A288-98E8-F07E3A96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28C5A-D3EC-18DA-CFFE-F9E843EF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99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BAE78-9437-824C-EECE-769F8D791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072E9-6706-BFB7-60B7-1B414148E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73E32-2179-7EBB-39C4-B47AD606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945BA-307A-B967-0774-A6AB44AA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4BC38-166E-9402-84CC-27799C4F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7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E5EB0-C8E9-528E-773D-8C239B9D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80A25-6156-0F34-0D06-8660D12D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8482E-E114-BF3E-D036-E6F6A5955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B69D8-5223-46ED-B05C-AFF20AF6884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3EA4-09CB-87D7-FD94-D453D946E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60FAC-A6EE-812E-DD8E-0A557E82E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63827-3CAC-47C8-978B-D580EE76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8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A023-A327-D4BA-1DEB-3EEFE2E88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034" y="453875"/>
            <a:ext cx="9144000" cy="1146325"/>
          </a:xfrm>
        </p:spPr>
        <p:txBody>
          <a:bodyPr/>
          <a:lstStyle/>
          <a:p>
            <a:r>
              <a:rPr lang="en-US" dirty="0"/>
              <a:t>Training Alexa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EDFC-CAEC-81FA-3F0B-C991DE0B66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7F1873EE-E448-814C-3832-486F52C85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70" y="1600200"/>
            <a:ext cx="11279047" cy="549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8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7EE4-1F6B-F45F-5633-B56A5109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Histogram Alexa</a:t>
            </a:r>
          </a:p>
        </p:txBody>
      </p:sp>
      <p:pic>
        <p:nvPicPr>
          <p:cNvPr id="5" name="Content Placeholder 4" descr="A graph of a bar graph&#10;&#10;AI-generated content may be incorrect.">
            <a:extLst>
              <a:ext uri="{FF2B5EF4-FFF2-40B4-BE49-F238E27FC236}">
                <a16:creationId xmlns:a16="http://schemas.microsoft.com/office/drawing/2014/main" id="{074F2858-CB24-C0ED-3363-F06EA9BD0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996"/>
            <a:ext cx="10807459" cy="5486400"/>
          </a:xfrm>
        </p:spPr>
      </p:pic>
    </p:spTree>
    <p:extLst>
      <p:ext uri="{BB962C8B-B14F-4D97-AF65-F5344CB8AC3E}">
        <p14:creationId xmlns:p14="http://schemas.microsoft.com/office/powerpoint/2010/main" val="203536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C180-9B7E-7626-7BD9-CD29F790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ROC Curve Alexa</a:t>
            </a:r>
          </a:p>
        </p:txBody>
      </p:sp>
      <p:pic>
        <p:nvPicPr>
          <p:cNvPr id="5" name="Content Placeholder 4" descr="A graph of a curve&#10;&#10;AI-generated content may be incorrect.">
            <a:extLst>
              <a:ext uri="{FF2B5EF4-FFF2-40B4-BE49-F238E27FC236}">
                <a16:creationId xmlns:a16="http://schemas.microsoft.com/office/drawing/2014/main" id="{8EEA0A48-7D98-93B6-0D48-0E9526A55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2" y="1690688"/>
            <a:ext cx="11300604" cy="5382971"/>
          </a:xfrm>
        </p:spPr>
      </p:pic>
    </p:spTree>
    <p:extLst>
      <p:ext uri="{BB962C8B-B14F-4D97-AF65-F5344CB8AC3E}">
        <p14:creationId xmlns:p14="http://schemas.microsoft.com/office/powerpoint/2010/main" val="284901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C355-4DBE-3893-5805-823E99C6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1F0BF-4548-1479-E5E3-6EC0BF8AB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thoughts are that the Histogram doesn’t overlap too much so that’s good.  The ROC curve could be closer to the corner </a:t>
            </a:r>
            <a:r>
              <a:rPr lang="en-US"/>
              <a:t>but the AUC is close to one.</a:t>
            </a:r>
          </a:p>
        </p:txBody>
      </p:sp>
    </p:spTree>
    <p:extLst>
      <p:ext uri="{BB962C8B-B14F-4D97-AF65-F5344CB8AC3E}">
        <p14:creationId xmlns:p14="http://schemas.microsoft.com/office/powerpoint/2010/main" val="30463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Training Alexa</vt:lpstr>
      <vt:lpstr>Histogram Alexa</vt:lpstr>
      <vt:lpstr>ROC Curve Alexa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Spencer</dc:creator>
  <cp:lastModifiedBy>Paul Spencer</cp:lastModifiedBy>
  <cp:revision>1</cp:revision>
  <dcterms:created xsi:type="dcterms:W3CDTF">2025-05-02T04:20:43Z</dcterms:created>
  <dcterms:modified xsi:type="dcterms:W3CDTF">2025-05-02T04:31:15Z</dcterms:modified>
</cp:coreProperties>
</file>